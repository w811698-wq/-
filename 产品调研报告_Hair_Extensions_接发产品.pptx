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Hair Extensions 接发产品调研报告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亚马逊产品调研分析报告</a:t>
            </a:r>
          </a:p>
          <a:p>
            <a:r>
              <a:t>版本：v1.0</a:t>
            </a:r>
          </a:p>
          <a:p>
            <a:r>
              <a:t>报告日期：2026年5月16日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产品概述</a:t>
            </a:r>
          </a:p>
          <a:p>
            <a:r>
              <a:t>2. 市场规模与趋势</a:t>
            </a:r>
          </a:p>
          <a:p>
            <a:r>
              <a:t>3. 竞争分析</a:t>
            </a:r>
          </a:p>
          <a:p>
            <a:r>
              <a:t>4. 关键词分析</a:t>
            </a:r>
          </a:p>
          <a:p>
            <a:r>
              <a:t>5. 定价策略</a:t>
            </a:r>
          </a:p>
          <a:p>
            <a:r>
              <a:t>6. 产品优化建议</a:t>
            </a:r>
          </a:p>
          <a:p>
            <a:r>
              <a:t>7. Listing优化建议</a:t>
            </a:r>
          </a:p>
          <a:p>
            <a:r>
              <a:t>8. 运营策略</a:t>
            </a:r>
          </a:p>
          <a:p>
            <a:r>
              <a:t>9. 风险评估与应对</a:t>
            </a:r>
          </a:p>
          <a:p>
            <a:r>
              <a:t>10. 财务预测</a:t>
            </a:r>
          </a:p>
          <a:p>
            <a:r>
              <a:t>11. 执行清单</a:t>
            </a:r>
          </a:p>
          <a:p>
            <a:r>
              <a:t>12. 总结与建议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一、产品概述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1.1 产品分类</a:t>
            </a:r>
          </a:p>
          <a:p>
            <a:r>
              <a:t>• Clip-in Extensions：夹子式接发，最受欢迎（5-50）</a:t>
            </a:r>
          </a:p>
          <a:p>
            <a:r>
              <a:t>• Tape-in Extensions：胶带式接发（0-100）</a:t>
            </a:r>
          </a:p>
          <a:p>
            <a:r>
              <a:t>• Clip-in Ponytail：马尾式接发（5-40）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二、市场规模与趋势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</a:tblGrid>
              <a:tr h="54864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月搜索量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450,000+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平均价格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5-35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平均评分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4.2-4.5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市场竞争度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三、竞争分析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3.1 价格区间竞争格局</a:t>
            </a:r>
          </a:p>
          <a:p>
            <a:r>
              <a:t>• 0-20：合成纤维，激烈竞争</a:t>
            </a:r>
          </a:p>
          <a:p>
            <a:r>
              <a:t>• 0-40：中档混合，中等竞争 → 推荐！</a:t>
            </a:r>
          </a:p>
          <a:p>
            <a:r>
              <a:t>• 0-80：真人发，较低竞争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四、关键词分析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9144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r>
                        <a:t>关键词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搜索量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竞争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推荐度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hair extensions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clip in hair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ponytail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五、定价策略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5.1 建议定价</a:t>
            </a:r>
          </a:p>
          <a:p>
            <a:r>
              <a:t>• 引流款：2-18（15-20%利润率）</a:t>
            </a:r>
          </a:p>
          <a:p>
            <a:r>
              <a:t>• 主力款：2-35（25-35%利润率）→ 推荐！</a:t>
            </a:r>
          </a:p>
          <a:p>
            <a:r>
              <a:t>• 形象款：5-80（40-50%利润率）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六、产品优化建议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6.1 差评痛点解决方案</a:t>
            </a:r>
          </a:p>
          <a:p>
            <a:r>
              <a:t>• 颜色不符（48%）：实物对比图</a:t>
            </a:r>
          </a:p>
          <a:p>
            <a:r>
              <a:t>• 容易打结（42%）：抗打结材质</a:t>
            </a:r>
          </a:p>
          <a:p>
            <a:r>
              <a:t>• 掉落/滑落（35%）：升级卡扣设计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七、Listing优化建议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7.1 标题优化</a:t>
            </a:r>
          </a:p>
          <a:p>
            <a:r>
              <a:t>[品牌] + 产品类型 + 材质 + 长度 + 颜色</a:t>
            </a:r>
          </a:p>
          <a:p>
            <a:r>
              <a:t>7.2 要点描述（5点）</a:t>
            </a:r>
          </a:p>
          <a:p>
            <a:r>
              <a:t>• 高品质材质、多色可选、轻松佩戴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八、运营策略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8.1 新品期策略（第1-3个月）</a:t>
            </a:r>
          </a:p>
          <a:p>
            <a:r>
              <a:t>• 第1周：Listing优化</a:t>
            </a:r>
          </a:p>
          <a:p>
            <a:r>
              <a:t>• 第2-4周：Vine计划 → 30+ Reviews</a:t>
            </a:r>
          </a:p>
          <a:p>
            <a:r>
              <a:t>• 第5-8周：广告测试 → 100+销量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九、风险评估与应对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914400"/>
                <a:gridCol w="914400"/>
                <a:gridCol w="3200400"/>
              </a:tblGrid>
              <a:tr h="685800">
                <a:tc>
                  <a:txBody>
                    <a:bodyPr/>
                    <a:lstStyle/>
                    <a:p>
                      <a:r>
                        <a:t>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概率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影响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应对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市场竞争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价格战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差异化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专利侵权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外观专利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上新前检索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十、财务预测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</a:tblGrid>
              <a:tr h="548640">
                <a:tc>
                  <a:txBody>
                    <a:bodyPr/>
                    <a:lstStyle/>
                    <a:p>
                      <a:r>
                        <a:t>假设条件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月销300单，售价4.99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月销售额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0,497.00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月成本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,650.00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月毛利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,847.00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年利润预估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4,164.00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十一、执行清单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上架前（2-3周）</a:t>
            </a:r>
          </a:p>
          <a:p>
            <a:r>
              <a:t>• 产品采购、质检、图片拍摄</a:t>
            </a:r>
          </a:p>
          <a:p>
            <a:r>
              <a:t>• Listing优化、关键词调研</a:t>
            </a:r>
          </a:p>
          <a:p>
            <a:r>
              <a:t>发货准备（1-2周）</a:t>
            </a:r>
          </a:p>
          <a:p>
            <a:r>
              <a:t>• FBA创建、贴标发货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十二、总结与建议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12.1 核心结论</a:t>
            </a:r>
          </a:p>
          <a:p>
            <a:r>
              <a:t>• 市场：容量大但竞争激烈，需差异化</a:t>
            </a:r>
          </a:p>
          <a:p>
            <a:r>
              <a:t>• 产品：Clip-in合成纤维开始</a:t>
            </a:r>
          </a:p>
          <a:p>
            <a:r>
              <a:t>• 定价：5-40，30%+利润率</a:t>
            </a:r>
          </a:p>
          <a:p>
            <a:r>
              <a:t>12.2 行动时间表</a:t>
            </a:r>
          </a:p>
          <a:p>
            <a:r>
              <a:t>• 立即：竞品调研、确定产品线</a:t>
            </a:r>
          </a:p>
          <a:p>
            <a:r>
              <a:t>• 1个月内：完成Listing、FBA发货</a:t>
            </a:r>
          </a:p>
          <a:p>
            <a:r>
              <a:t>• 3个月内：100+ Reviews、300+销量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感谢观看！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有问题请联系我们</a:t>
            </a:r>
          </a:p>
          <a:p>
            <a:r>
              <a:t>报告生成：亚马逊调研RPA系统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